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1638" y="-4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9637" y="2063721"/>
            <a:ext cx="2788736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Arial"/>
              </a:rPr>
              <a:t>The Informational Cost of Spatial Prompts in SAM: A Controlled Study on Polyp Segmentation</a:t>
            </a:r>
            <a:endParaRPr sz="4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1406" y="3261360"/>
            <a:ext cx="1492382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/>
              </a:rPr>
              <a:t>Christian Rosales Ventocilla¹, Kevin </a:t>
            </a:r>
            <a:r>
              <a:rPr lang="en-US" sz="3200" b="1" dirty="0" err="1">
                <a:solidFill>
                  <a:srgbClr val="FFFFFF"/>
                </a:solidFill>
                <a:latin typeface="Arial"/>
              </a:rPr>
              <a:t>Alcca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 Chávez</a:t>
            </a:r>
            <a:r>
              <a:rPr lang="en-US" sz="3200" b="1" baseline="30000" dirty="0">
                <a:solidFill>
                  <a:srgbClr val="FFFFFF"/>
                </a:solidFill>
                <a:latin typeface="Arial"/>
              </a:rPr>
              <a:t>1</a:t>
            </a:r>
            <a:r>
              <a:rPr lang="en-US" sz="3200" b="1" dirty="0">
                <a:solidFill>
                  <a:srgbClr val="FFFFFF"/>
                </a:solidFill>
                <a:latin typeface="Arial"/>
              </a:rPr>
              <a:t>, Alessandro Santé Vega¹</a:t>
            </a:r>
          </a:p>
          <a:p>
            <a:pPr algn="ctr"/>
            <a:r>
              <a:rPr lang="en-US" sz="2800" dirty="0">
                <a:solidFill>
                  <a:srgbClr val="FFFFFF"/>
                </a:solidFill>
                <a:latin typeface="Arial"/>
              </a:rPr>
              <a:t>¹PUCP, Peru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39640"/>
            <a:ext cx="28072080" cy="1325880"/>
          </a:xfrm>
          <a:prstGeom prst="roundRect">
            <a:avLst/>
          </a:prstGeom>
          <a:solidFill>
            <a:srgbClr val="F5F3F9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sz="2400" dirty="0">
                <a:solidFill>
                  <a:srgbClr val="64646E"/>
                </a:solidFill>
                <a:latin typeface="Arial"/>
              </a:rPr>
              <a:t>[AUTHOR / PROJECT / INSTITUTION LOGOS — place official logos here]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09728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417319" y="6641592"/>
            <a:ext cx="67533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7437119"/>
            <a:ext cx="12915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• What problem are you addressing?
• Why does it matter?
• What gap, challenge, or opportunity motivates the work?
• State the research objective or question clearly.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30500" y="656844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15430500" y="6568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15750540" y="6641592"/>
            <a:ext cx="5509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41980" y="7437119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• Main objective
• Specific objective(s), if needed
• What is new, useful, or worth discussing?
Keep this section concise. The poster should invite conversation, not reproduce the abstract.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12649200"/>
            <a:ext cx="13738860" cy="932688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/>
        </p:nvSpPr>
        <p:spPr>
          <a:xfrm>
            <a:off x="1097280" y="1264920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1417319" y="12722352"/>
            <a:ext cx="30364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13517880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Describe the data, experimental design, models, analytical procedure, or system architecture.
[PLACE A LARGE WORKFLOW / DIAGRAM / METHOD FIGURE HERE]
Prefer visual explanation over long paragraphs.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430500" y="12649200"/>
            <a:ext cx="13738860" cy="932688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15430500" y="1264920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5750540" y="12722352"/>
            <a:ext cx="45245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RESULTS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41980" y="13517880"/>
            <a:ext cx="1291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Show the strongest evidence available.
[PLACE CHARTS / TABLES / QUALITATIVE RESULTS HERE]
Explain what the results mean. For work in progress, distinguish preliminary findings from planned experiments.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22570440"/>
            <a:ext cx="13738860" cy="576072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ectangle 25"/>
          <p:cNvSpPr/>
          <p:nvPr/>
        </p:nvSpPr>
        <p:spPr>
          <a:xfrm>
            <a:off x="1097280" y="22570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1417319" y="22643591"/>
            <a:ext cx="245932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3439120"/>
            <a:ext cx="129159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• Main finding(s)
• Scientific / technological relevance
• Current limitations
• Next steps
End with one clear take-home message.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30500" y="22570440"/>
            <a:ext cx="13738860" cy="576072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15430500" y="2257044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5750540" y="22643591"/>
            <a:ext cx="30019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41980" y="23439120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[1] Author et al., Title, Venue, Year.
[2] Author et al., Title, Venue, Year.
[3] Author et al., Title, Venue, Year.
Use only the references needed to understand the contribution.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2892552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ectangle 33"/>
          <p:cNvSpPr/>
          <p:nvPr/>
        </p:nvSpPr>
        <p:spPr>
          <a:xfrm>
            <a:off x="1097280" y="2892552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1417319" y="28998671"/>
            <a:ext cx="6029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Arial"/>
              </a:rPr>
              <a:t>ACKNOWLEDGMENTS / FUNDING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29794200"/>
            <a:ext cx="12915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Funding agencies, laboratories, collaborators, datasets, computing resources, or institutional support.
Optional section.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30500" y="28925520"/>
            <a:ext cx="13738860" cy="5486400"/>
          </a:xfrm>
          <a:prstGeom prst="roundRect">
            <a:avLst/>
          </a:prstGeom>
          <a:solidFill>
            <a:srgbClr val="FAF9FC"/>
          </a:solidFill>
          <a:ln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ectangle 37"/>
          <p:cNvSpPr/>
          <p:nvPr/>
        </p:nvSpPr>
        <p:spPr>
          <a:xfrm>
            <a:off x="15430500" y="28925520"/>
            <a:ext cx="13738860" cy="658368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5750540" y="28998671"/>
            <a:ext cx="5842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1980" y="29794200"/>
            <a:ext cx="12915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8282D"/>
                </a:solidFill>
                <a:latin typeface="Arial"/>
              </a:rPr>
              <a:t>Add a QR code linking to your paper, repository, project page, demo, or professional profile.
[ QR CODE ]
Contact: author@institution.edu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392</Words>
  <Application>Microsoft Office PowerPoint</Application>
  <PresentationFormat>Personalizado</PresentationFormat>
  <Paragraphs>24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Alessandro Santé</cp:lastModifiedBy>
  <cp:revision>52</cp:revision>
  <dcterms:created xsi:type="dcterms:W3CDTF">2013-01-27T09:14:16Z</dcterms:created>
  <dcterms:modified xsi:type="dcterms:W3CDTF">2026-10-23T05:55:05Z</dcterms:modified>
  <cp:category/>
</cp:coreProperties>
</file>